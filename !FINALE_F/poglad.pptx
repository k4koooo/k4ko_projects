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59" r:id="rId7"/>
    <p:sldId id="260" r:id="rId8"/>
    <p:sldId id="263" r:id="rId9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713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312" y="102"/>
      </p:cViewPr>
      <p:guideLst/>
    </p:cSldViewPr>
  </p:slideViewPr>
  <p:notesTextViewPr>
    <p:cViewPr>
      <p:scale>
        <a:sx n="200" d="100"/>
        <a:sy n="2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7E526DF-E3DB-03CD-2675-B60E6218F2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F7D1C863-E9BA-9808-354D-577C6D20B5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3872AF14-D9AD-C1FB-D6D8-9D4013FC5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C39BF-8350-412E-82B0-75FFA9CA99A4}" type="datetimeFigureOut">
              <a:rPr lang="pl-PL" smtClean="0"/>
              <a:t>17.05.2026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2F540D7B-459D-E6DB-6223-DBF5631E9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D5662728-0893-ED2E-4F39-D94126581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AC2B4-3AF4-4FDA-B370-0AB1971BC8D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7293762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7C53583-C666-F8FE-118A-FAD89B7C4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5377E6C-09FE-EF95-07A7-96FA5CE3FE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0B5EF9CC-DF76-28AF-C2B3-502CE7A84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C39BF-8350-412E-82B0-75FFA9CA99A4}" type="datetimeFigureOut">
              <a:rPr lang="pl-PL" smtClean="0"/>
              <a:t>17.05.2026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E47BF3C6-52FE-1DDC-1C8E-625520143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A09AC0C0-D53C-17FC-D3D1-CA1FE1A05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AC2B4-3AF4-4FDA-B370-0AB1971BC8D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479088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BDB8049-48BD-D7C2-C04A-BBB2A76B2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DB68B46F-8EEA-04E8-144D-F6670EB460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85F89AFD-4A8E-CF2E-4A42-D368AFD9B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C39BF-8350-412E-82B0-75FFA9CA99A4}" type="datetimeFigureOut">
              <a:rPr lang="pl-PL" smtClean="0"/>
              <a:t>17.05.2026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F49393B5-8446-AE3A-6CC7-DF52D5CAD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F6338398-FB76-D2F8-E05B-2CC75C4D4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AC2B4-3AF4-4FDA-B370-0AB1971BC8D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619244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C3343D0-02A4-7CC3-5447-D537337E3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CBFC7A2-6360-4C22-6376-840AF82EA8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BB005CD5-4E8A-BA0F-4034-113F866CFD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D0942C4E-FB0D-7D1F-2E0E-7AF352F01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C39BF-8350-412E-82B0-75FFA9CA99A4}" type="datetimeFigureOut">
              <a:rPr lang="pl-PL" smtClean="0"/>
              <a:t>17.05.2026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CFB696D7-EC0C-763F-83BB-F7D0F7D6D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05C21955-8B70-3BE2-A1E4-EF24E6B15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AC2B4-3AF4-4FDA-B370-0AB1971BC8D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559291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4137206-76AB-9DB1-11D7-23ED3B4D1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E83C1CAF-9C9D-C4C3-A5D6-6F82D7050F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4D831D4A-1D62-ECB2-B21E-325553362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055645FC-42E4-BD47-4426-8B0AE4BE13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38E71995-F931-2A7D-7007-FAECC53999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E88E5640-95AD-9684-B3CD-65B962568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C39BF-8350-412E-82B0-75FFA9CA99A4}" type="datetimeFigureOut">
              <a:rPr lang="pl-PL" smtClean="0"/>
              <a:t>17.05.2026</a:t>
            </a:fld>
            <a:endParaRPr lang="pl-PL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0767799B-D942-43F9-8547-56C15E76E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EA52F566-1F80-05C0-50BA-5DC0D6BC3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AC2B4-3AF4-4FDA-B370-0AB1971BC8D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5493842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659DC5C-EE1F-AF39-87E8-DEA47207C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CD819C8B-1CC6-FBB0-1FE5-EF0571D26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C39BF-8350-412E-82B0-75FFA9CA99A4}" type="datetimeFigureOut">
              <a:rPr lang="pl-PL" smtClean="0"/>
              <a:t>17.05.2026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802CD7FA-68E6-5D95-AB84-81C10E2BF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14A1FED0-B9FE-3C2C-4275-4DA9C204E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AC2B4-3AF4-4FDA-B370-0AB1971BC8D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34311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4C25F486-1E18-C810-5615-D882D46F0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C39BF-8350-412E-82B0-75FFA9CA99A4}" type="datetimeFigureOut">
              <a:rPr lang="pl-PL" smtClean="0"/>
              <a:t>17.05.2026</a:t>
            </a:fld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5D6EFE32-BEF4-767F-683D-2CBA0D7CB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686303C0-30CF-867A-6240-B75961283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AC2B4-3AF4-4FDA-B370-0AB1971BC8D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02220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1AAE5E0-4C62-AE65-DA2C-878C43141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CC093DD-ABCB-A391-15D4-36CA2B5DE3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23E933F7-7F13-CD76-386F-25DC2126AF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FBD476F6-EB66-B692-80F7-29DBE25E0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C39BF-8350-412E-82B0-75FFA9CA99A4}" type="datetimeFigureOut">
              <a:rPr lang="pl-PL" smtClean="0"/>
              <a:t>17.05.2026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6498A36C-8C04-C370-8592-46A6D1EBC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8E3B8D11-A9E2-AF5E-BC4D-82D7E086C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AC2B4-3AF4-4FDA-B370-0AB1971BC8D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1451581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A98A4AE-157B-29F7-A931-998B988D8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92D0847B-8325-DB6E-77BB-719C16358D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38A3995E-32AB-D196-78D4-9CCB3FECF6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C85A6413-2A6F-0CD0-C5B7-CA8BB95F3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C39BF-8350-412E-82B0-75FFA9CA99A4}" type="datetimeFigureOut">
              <a:rPr lang="pl-PL" smtClean="0"/>
              <a:t>17.05.2026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88DF6E37-B53A-0C8A-1226-3D3BBEE56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176F734E-1962-BBD5-1C6D-7BAE99315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AC2B4-3AF4-4FDA-B370-0AB1971BC8D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259256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005F26C-0C06-6A5A-55A9-7920343C2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4A5F3AC5-BD22-0C92-8D68-7E47F16D30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3E5C0E42-CC3A-11A8-D291-C8B193D8E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C39BF-8350-412E-82B0-75FFA9CA99A4}" type="datetimeFigureOut">
              <a:rPr lang="pl-PL" smtClean="0"/>
              <a:t>17.05.2026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C4F99A51-3D60-3357-A094-6566DFDC4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2D74397F-8674-21CF-B1BA-B050F2B6E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AC2B4-3AF4-4FDA-B370-0AB1971BC8D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5494527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1B7EA255-A3B1-EDC3-0845-02CB2DD28A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49D0708A-578D-BED2-CE14-987F5DE695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112A4545-0413-AC29-939B-7AAD47F64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C39BF-8350-412E-82B0-75FFA9CA99A4}" type="datetimeFigureOut">
              <a:rPr lang="pl-PL" smtClean="0"/>
              <a:t>17.05.2026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F26DB392-8F68-CB98-9C8B-C4FB3CE85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48110DA6-6BD7-D4F5-2BC7-FB9DEE542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AC2B4-3AF4-4FDA-B370-0AB1971BC8D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2371484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BAEC84A7-F50E-4E48-7EE7-E8A07E8007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14DC5F13-6EF3-98EF-1619-6058FBC96B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9F91566A-3433-9515-F82E-242261CFBE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DC39BF-8350-412E-82B0-75FFA9CA99A4}" type="datetimeFigureOut">
              <a:rPr lang="pl-PL" smtClean="0"/>
              <a:t>17.05.2026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A1E352CE-DE87-4F16-DFA5-3900661138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2D4F74DE-1FFC-B5E3-D2F7-AD13636AF2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5AC2B4-3AF4-4FDA-B370-0AB1971BC8D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9260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64F85DA-B237-A9B5-7A38-320D599F163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pl-PL" dirty="0"/>
              <a:t>Inteligentny system raportowania reklamacji – od danych do decyzji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AEB1E954-EDF5-9C1E-0764-1924DF27018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9062430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166ECA9-3EEC-2859-F150-DA63A12E6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Zaufanie 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2D8CA66-C22B-30A6-3666-E40F89B16B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920042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CA5BED5-A516-A813-74CC-BFD96BEF6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Strona</a:t>
            </a:r>
          </a:p>
        </p:txBody>
      </p:sp>
      <p:pic>
        <p:nvPicPr>
          <p:cNvPr id="4" name="Symbol zastępczy zawartości 3" descr="Brak opisu.">
            <a:extLst>
              <a:ext uri="{FF2B5EF4-FFF2-40B4-BE49-F238E27FC236}">
                <a16:creationId xmlns:a16="http://schemas.microsoft.com/office/drawing/2014/main" id="{47DFCFF7-F2AD-44AA-C7C1-88472E07BB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10663" y="1825625"/>
            <a:ext cx="857067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2019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DD6BE71-4217-A6A0-839E-16806B119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Aplikacje </a:t>
            </a:r>
            <a:r>
              <a:rPr lang="pl-PL" dirty="0" err="1"/>
              <a:t>python</a:t>
            </a: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C976CB85-4A26-A73E-A5C3-3AF4E35E0F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5590300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D7E0098-054F-2A6D-E361-A2F26B13E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Dla zarządu GIF</a:t>
            </a:r>
          </a:p>
        </p:txBody>
      </p:sp>
      <p:pic>
        <p:nvPicPr>
          <p:cNvPr id="8" name="Symbol zastępczy zawartości 7" descr="Brak opisu.">
            <a:extLst>
              <a:ext uri="{FF2B5EF4-FFF2-40B4-BE49-F238E27FC236}">
                <a16:creationId xmlns:a16="http://schemas.microsoft.com/office/drawing/2014/main" id="{C1C3BCEE-14D1-7CA2-B86D-0423012907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96517" y="1825625"/>
            <a:ext cx="679896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3451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C3F776D-D2FD-5B88-7B9A-EABFBD2A1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Dla produkcji GIF</a:t>
            </a:r>
          </a:p>
        </p:txBody>
      </p:sp>
      <p:pic>
        <p:nvPicPr>
          <p:cNvPr id="7" name="Symbol zastępczy zawartości 3" descr="Brak opisu.">
            <a:extLst>
              <a:ext uri="{FF2B5EF4-FFF2-40B4-BE49-F238E27FC236}">
                <a16:creationId xmlns:a16="http://schemas.microsoft.com/office/drawing/2014/main" id="{452E09EA-A1E7-06F3-A53B-0005784913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89390" y="1825625"/>
            <a:ext cx="761322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36845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9E5B0D6-428A-B9A6-7857-BF89FF2E8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Dla analityków GIF</a:t>
            </a:r>
          </a:p>
        </p:txBody>
      </p:sp>
      <p:pic>
        <p:nvPicPr>
          <p:cNvPr id="4" name="Symbol zastępczy zawartości 3" descr="Brak opisu.">
            <a:extLst>
              <a:ext uri="{FF2B5EF4-FFF2-40B4-BE49-F238E27FC236}">
                <a16:creationId xmlns:a16="http://schemas.microsoft.com/office/drawing/2014/main" id="{DFB33B33-06E4-B73F-ABF6-97F42B54E7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13080" y="1825625"/>
            <a:ext cx="756583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59597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485A81B-C0DE-F9FB-0736-1B2D4A786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6C1080E2-326F-613D-C23F-EA1E349194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930993304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22</Words>
  <Application>Microsoft Office PowerPoint</Application>
  <PresentationFormat>Panoramiczny</PresentationFormat>
  <Paragraphs>7</Paragraphs>
  <Slides>8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Motyw pakietu Office</vt:lpstr>
      <vt:lpstr>Inteligentny system raportowania reklamacji – od danych do decyzji</vt:lpstr>
      <vt:lpstr>Zaufanie </vt:lpstr>
      <vt:lpstr>Strona</vt:lpstr>
      <vt:lpstr>Aplikacje python</vt:lpstr>
      <vt:lpstr>Dla zarządu GIF</vt:lpstr>
      <vt:lpstr>Dla produkcji GIF</vt:lpstr>
      <vt:lpstr>Dla analityków GIF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Antoni Krzysztof Kołodyński</dc:creator>
  <cp:lastModifiedBy>Antoni Krzysztof Kołodyński</cp:lastModifiedBy>
  <cp:revision>1</cp:revision>
  <dcterms:created xsi:type="dcterms:W3CDTF">2026-05-17T19:21:37Z</dcterms:created>
  <dcterms:modified xsi:type="dcterms:W3CDTF">2026-05-17T20:42:03Z</dcterms:modified>
</cp:coreProperties>
</file>